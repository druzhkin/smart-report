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343898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АНАЛИТИЧЕСКИЙ ОТЧЁТ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92000"/>
            <a:ext cx="108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03898" y="1080000"/>
            <a:ext cx="7047797" cy="21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B3A5C"/>
                </a:solidFill>
                <a:latin typeface="Arial"/>
              </a:rPr>
              <a:t>Какие мировые тренды 2025–2030 повлияют на жилое строительство в России — технологические, демографические, экономические, культурные, экологические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3898" y="5958000"/>
            <a:ext cx="7047797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5 доменов  ·  0 блоков  ·  0 связей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2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ЦЕЛЬ И 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471695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1B3A5C"/>
                </a:solidFill>
                <a:latin typeface="Arial"/>
              </a:rPr>
              <a:t>Какие мировые тренды 2025–2030 повлияют на жилое строительство в России — технологические, демографические, экономические, культурные, экологические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МАТРИЦА ДОМЕНОВ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Цвет = приоритет домена (🔴/🟡/🟢)</a:t>
            </a:r>
          </a:p>
        </p:txBody>
      </p:sp>
      <p:pic>
        <p:nvPicPr>
          <p:cNvPr id="5" name="Picture 4" descr="20260415-world-trends-housing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850" y="1260000"/>
            <a:ext cx="8107995" cy="50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КЛЮЧЕВЫЕ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Самые сильные цифры отчёта</a:t>
            </a:r>
          </a:p>
        </p:txBody>
      </p:sp>
      <p:pic>
        <p:nvPicPr>
          <p:cNvPr id="5" name="Picture 4" descr="20260415-world-trends-housing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27" y="1260000"/>
            <a:ext cx="8053240" cy="50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ГРАФ КРОСС-ДОМЕННЫХ СВЯЗЕЙ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Цвет ребра = тип связи, толщина = сила</a:t>
            </a:r>
          </a:p>
        </p:txBody>
      </p:sp>
      <p:pic>
        <p:nvPicPr>
          <p:cNvPr id="5" name="Picture 4" descr="20260415-world-trends-housing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871" y="1260000"/>
            <a:ext cx="4907953" cy="50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ТЕПЛОВАЯ КАРТА ПРИОРИТЕТОВ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1147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Arial"/>
              </a:rPr>
              <a:t>Где золото, где пусто</a:t>
            </a:r>
          </a:p>
        </p:txBody>
      </p:sp>
      <p:pic>
        <p:nvPicPr>
          <p:cNvPr id="5" name="Picture 4" descr="20260415-world-trends-housing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138" y="1260000"/>
            <a:ext cx="7947419" cy="50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72000" cy="54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1111695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Arial"/>
              </a:rPr>
              <a:t>КРИТИЧЕСКИЕ ПРОБЕЛЫ И СЛЕДУЮЩИЕ ШАГИ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11471695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160000"/>
            <a:ext cx="11471695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5 доменов · 0 блоков · 0 связей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