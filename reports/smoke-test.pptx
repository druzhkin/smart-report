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343898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АНАЛИТИЧЕСКИЙ ОТЧЁТ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92000"/>
            <a:ext cx="108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03898" y="1080000"/>
            <a:ext cx="7047797" cy="21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B3A5C"/>
                </a:solidFill>
                <a:latin typeface="Arial"/>
              </a:rPr>
              <a:t>Тестовая цель для проверки инфографики и экспорта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3898" y="5958000"/>
            <a:ext cx="7047797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3 доменов  ·  3 блоков  ·  2 связей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2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ЦЕЛЬ И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1B3A5C"/>
                </a:solidFill>
                <a:latin typeface="Arial"/>
              </a:rPr>
              <a:t>Тестовая цель для проверки инфографики и экспорта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80000"/>
            <a:ext cx="11471695" cy="18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Проверка работы всех экспортов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МАТРИЦА ДОМЕНОВ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Цвет = приоритет домена (🔴/🟡/🟢)</a:t>
            </a:r>
          </a:p>
        </p:txBody>
      </p:sp>
      <p:pic>
        <p:nvPicPr>
          <p:cNvPr id="5" name="Picture 4" descr="smoke-test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260000"/>
            <a:ext cx="11111695" cy="37485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КЛЮЧЕВЫЕ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Самые сильные цифры отчёта</a:t>
            </a:r>
          </a:p>
        </p:txBody>
      </p:sp>
      <p:pic>
        <p:nvPicPr>
          <p:cNvPr id="5" name="Picture 4" descr="smoke-test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27" y="1260000"/>
            <a:ext cx="8053240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36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НАХОДКА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14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Arial"/>
              </a:rPr>
              <a:t>AI занимает 500 млрд долл мирового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240000"/>
            <a:ext cx="11471695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2E86C1"/>
                </a:solidFill>
                <a:latin typeface="Arial"/>
              </a:rPr>
              <a:t>500 млрд долл в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[Технологии / AI]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36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НАХОДКА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14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Arial"/>
              </a:rPr>
              <a:t>Старение: 20% населения РФ &gt;65 к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240000"/>
            <a:ext cx="11471695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2E86C1"/>
                </a:solidFill>
                <a:latin typeface="Arial"/>
              </a:rPr>
              <a:t>20% старше 65 к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[Демография / Старение]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36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НАХОДКА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14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  <a:latin typeface="Arial"/>
              </a:rPr>
              <a:t>ВВП РФ стабилизирован на 2 трлн долл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240000"/>
            <a:ext cx="11471695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2E86C1"/>
                </a:solidFill>
                <a:latin typeface="Arial"/>
              </a:rPr>
              <a:t>2 трлн долл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[Экономика / ВВП]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ГРАФ КРОСС-ДОМЕННЫХ СВЯЗЕЙ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Цвет ребра = тип связи, толщина = сила</a:t>
            </a:r>
          </a:p>
        </p:txBody>
      </p:sp>
      <p:pic>
        <p:nvPicPr>
          <p:cNvPr id="5" name="Picture 4" descr="smoke-test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871" y="1260000"/>
            <a:ext cx="4907953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  <a:latin typeface="Arial"/>
              </a:rPr>
              <a:t>СВЯЗЬ #1 · 🔗 ПРИЧИННАЯ ЦЕПОЧКА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1B3A5C"/>
                </a:solidFill>
                <a:latin typeface="Arial"/>
              </a:rPr>
              <a:t>Технологии ↔ Экономика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0"/>
            <a:ext cx="11471695" cy="18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B3A5C"/>
                </a:solidFill>
                <a:latin typeface="Arial"/>
              </a:rPr>
              <a:t>AI требует капитала, ВВП его ограничивает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3960000"/>
            <a:ext cx="11471695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Что нового: Связка видна только при сопоставлении масштабов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040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Сила: strong  ·  Общая переменная: капитальные инвестиции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Arial"/>
              </a:rPr>
              <a:t>СВЯЗЬ #2 · ⚡ ПАРАДОКС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1B3A5C"/>
                </a:solidFill>
                <a:latin typeface="Arial"/>
              </a:rPr>
              <a:t>Демография ↔ Технологии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0"/>
            <a:ext cx="11471695" cy="18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B3A5C"/>
                </a:solidFill>
                <a:latin typeface="Arial"/>
              </a:rPr>
              <a:t>Старение снижает рабочую силу — AI замещает, но не везде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3960000"/>
            <a:ext cx="11471695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Что нового: Парадокс: автоматизация идёт туда, где люди были не нужны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040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Сила: moderate  ·  Общая переменная: рабочая сила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ТЕПЛОВАЯ КАРТА ПРИОРИТЕТОВ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Где золото, где пусто</a:t>
            </a:r>
          </a:p>
        </p:txBody>
      </p:sp>
      <p:pic>
        <p:nvPicPr>
          <p:cNvPr id="5" name="Picture 4" descr="smoke-test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934" y="1260000"/>
            <a:ext cx="9405827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КРИТИЧЕСКИЕ ПРОБЕЛЫ И СЛЕДУЮЩИЕ ШАГИ</a:t>
            </a:r>
          </a:p>
        </p:txBody>
      </p:sp>
      <p:sp>
        <p:nvSpPr>
          <p:cNvPr id="4" name="Oval 3"/>
          <p:cNvSpPr/>
          <p:nvPr/>
        </p:nvSpPr>
        <p:spPr>
          <a:xfrm>
            <a:off x="360000" y="1152000"/>
            <a:ext cx="144000" cy="144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80000"/>
            <a:ext cx="11111695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B3A5C"/>
                </a:solidFill>
                <a:latin typeface="Arial"/>
              </a:rPr>
              <a:t>Нет регионального разреза демографии</a:t>
            </a:r>
          </a:p>
        </p:txBody>
      </p:sp>
      <p:sp>
        <p:nvSpPr>
          <p:cNvPr id="6" name="Oval 5"/>
          <p:cNvSpPr/>
          <p:nvPr/>
        </p:nvSpPr>
        <p:spPr>
          <a:xfrm>
            <a:off x="360000" y="1800000"/>
            <a:ext cx="144000" cy="144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728000"/>
            <a:ext cx="11111695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B3A5C"/>
                </a:solidFill>
                <a:latin typeface="Arial"/>
              </a:rPr>
              <a:t>Прогноз ВВП 2030 отсутствует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11471695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160000"/>
            <a:ext cx="11471695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3 доменов · 3 блоков · 2 связей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960000"/>
            <a:ext cx="11471695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Arial"/>
              </a:rPr>
              <a:t>AI занимает 500 млрд долл мирового рынка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